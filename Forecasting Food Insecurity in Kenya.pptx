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73A48A-B40C-475D-B6D9-4CCAC80847AA}" v="153" dt="2026-03-22T17:43:55.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Itotia" userId="3fc66d6d6e142ffd" providerId="LiveId" clId="{759A4D9E-43DA-46CD-BC9E-B3E445F678A6}"/>
    <pc:docChg chg="undo redo custSel addSld modSld modMainMaster">
      <pc:chgData name="William Itotia" userId="3fc66d6d6e142ffd" providerId="LiveId" clId="{759A4D9E-43DA-46CD-BC9E-B3E445F678A6}" dt="2026-03-22T17:43:55.322" v="1190" actId="20577"/>
      <pc:docMkLst>
        <pc:docMk/>
      </pc:docMkLst>
      <pc:sldChg chg="modSp mod setBg">
        <pc:chgData name="William Itotia" userId="3fc66d6d6e142ffd" providerId="LiveId" clId="{759A4D9E-43DA-46CD-BC9E-B3E445F678A6}" dt="2026-03-22T17:43:55.322" v="1190" actId="20577"/>
        <pc:sldMkLst>
          <pc:docMk/>
          <pc:sldMk cId="871299474" sldId="256"/>
        </pc:sldMkLst>
        <pc:spChg chg="mod">
          <ac:chgData name="William Itotia" userId="3fc66d6d6e142ffd" providerId="LiveId" clId="{759A4D9E-43DA-46CD-BC9E-B3E445F678A6}" dt="2026-03-22T17:43:55.322" v="1190" actId="20577"/>
          <ac:spMkLst>
            <pc:docMk/>
            <pc:sldMk cId="871299474" sldId="256"/>
            <ac:spMk id="3" creationId="{6F38BC63-59DB-F4D1-25EE-B3B1AD4AE35A}"/>
          </ac:spMkLst>
        </pc:spChg>
      </pc:sldChg>
      <pc:sldChg chg="modSp mod">
        <pc:chgData name="William Itotia" userId="3fc66d6d6e142ffd" providerId="LiveId" clId="{759A4D9E-43DA-46CD-BC9E-B3E445F678A6}" dt="2026-03-17T19:26:52.727" v="394" actId="403"/>
        <pc:sldMkLst>
          <pc:docMk/>
          <pc:sldMk cId="3621947162" sldId="257"/>
        </pc:sldMkLst>
        <pc:spChg chg="mod">
          <ac:chgData name="William Itotia" userId="3fc66d6d6e142ffd" providerId="LiveId" clId="{759A4D9E-43DA-46CD-BC9E-B3E445F678A6}" dt="2026-03-17T19:26:52.727" v="394" actId="403"/>
          <ac:spMkLst>
            <pc:docMk/>
            <pc:sldMk cId="3621947162" sldId="257"/>
            <ac:spMk id="3" creationId="{C1E5BC3E-392C-8039-8F84-EA7026BF1CC7}"/>
          </ac:spMkLst>
        </pc:spChg>
      </pc:sldChg>
      <pc:sldChg chg="addSp delSp modSp mod setBg">
        <pc:chgData name="William Itotia" userId="3fc66d6d6e142ffd" providerId="LiveId" clId="{759A4D9E-43DA-46CD-BC9E-B3E445F678A6}" dt="2026-03-22T17:18:37.238" v="1162"/>
        <pc:sldMkLst>
          <pc:docMk/>
          <pc:sldMk cId="686490572" sldId="258"/>
        </pc:sldMkLst>
        <pc:spChg chg="mod">
          <ac:chgData name="William Itotia" userId="3fc66d6d6e142ffd" providerId="LiveId" clId="{759A4D9E-43DA-46CD-BC9E-B3E445F678A6}" dt="2026-03-22T16:09:34.280" v="480" actId="20577"/>
          <ac:spMkLst>
            <pc:docMk/>
            <pc:sldMk cId="686490572" sldId="258"/>
            <ac:spMk id="2" creationId="{80A485C0-F67B-8A77-2A17-2258D47D1A16}"/>
          </ac:spMkLst>
        </pc:spChg>
        <pc:spChg chg="add del mod">
          <ac:chgData name="William Itotia" userId="3fc66d6d6e142ffd" providerId="LiveId" clId="{759A4D9E-43DA-46CD-BC9E-B3E445F678A6}" dt="2026-03-17T19:29:51.727" v="410" actId="5793"/>
          <ac:spMkLst>
            <pc:docMk/>
            <pc:sldMk cId="686490572" sldId="258"/>
            <ac:spMk id="3" creationId="{7CE04EE1-5088-FDE4-3656-377E43140D18}"/>
          </ac:spMkLst>
        </pc:spChg>
      </pc:sldChg>
      <pc:sldChg chg="modSp mod">
        <pc:chgData name="William Itotia" userId="3fc66d6d6e142ffd" providerId="LiveId" clId="{759A4D9E-43DA-46CD-BC9E-B3E445F678A6}" dt="2026-03-17T19:31:59.367" v="421" actId="255"/>
        <pc:sldMkLst>
          <pc:docMk/>
          <pc:sldMk cId="955696775" sldId="259"/>
        </pc:sldMkLst>
        <pc:spChg chg="mod">
          <ac:chgData name="William Itotia" userId="3fc66d6d6e142ffd" providerId="LiveId" clId="{759A4D9E-43DA-46CD-BC9E-B3E445F678A6}" dt="2026-03-17T19:31:59.367" v="421" actId="255"/>
          <ac:spMkLst>
            <pc:docMk/>
            <pc:sldMk cId="955696775" sldId="259"/>
            <ac:spMk id="3" creationId="{90A06BB6-706B-C84C-3DB1-78F39D96DE41}"/>
          </ac:spMkLst>
        </pc:spChg>
      </pc:sldChg>
      <pc:sldChg chg="setBg">
        <pc:chgData name="William Itotia" userId="3fc66d6d6e142ffd" providerId="LiveId" clId="{759A4D9E-43DA-46CD-BC9E-B3E445F678A6}" dt="2026-03-22T17:17:06.433" v="1152"/>
        <pc:sldMkLst>
          <pc:docMk/>
          <pc:sldMk cId="2474798608" sldId="260"/>
        </pc:sldMkLst>
      </pc:sldChg>
      <pc:sldChg chg="modSp mod setBg">
        <pc:chgData name="William Itotia" userId="3fc66d6d6e142ffd" providerId="LiveId" clId="{759A4D9E-43DA-46CD-BC9E-B3E445F678A6}" dt="2026-03-22T17:17:06.433" v="1152"/>
        <pc:sldMkLst>
          <pc:docMk/>
          <pc:sldMk cId="3409878258" sldId="261"/>
        </pc:sldMkLst>
        <pc:spChg chg="mod">
          <ac:chgData name="William Itotia" userId="3fc66d6d6e142ffd" providerId="LiveId" clId="{759A4D9E-43DA-46CD-BC9E-B3E445F678A6}" dt="2026-03-22T16:26:02.348" v="487" actId="404"/>
          <ac:spMkLst>
            <pc:docMk/>
            <pc:sldMk cId="3409878258" sldId="261"/>
            <ac:spMk id="2" creationId="{D1A65475-4247-3A77-0821-253CFA358FE5}"/>
          </ac:spMkLst>
        </pc:spChg>
        <pc:spChg chg="mod">
          <ac:chgData name="William Itotia" userId="3fc66d6d6e142ffd" providerId="LiveId" clId="{759A4D9E-43DA-46CD-BC9E-B3E445F678A6}" dt="2026-03-22T16:24:34.403" v="482" actId="27636"/>
          <ac:spMkLst>
            <pc:docMk/>
            <pc:sldMk cId="3409878258" sldId="261"/>
            <ac:spMk id="3" creationId="{5254540B-DE78-A29A-ECC4-D1DE0702C8DC}"/>
          </ac:spMkLst>
        </pc:spChg>
      </pc:sldChg>
      <pc:sldChg chg="addSp delSp modSp mod setBg">
        <pc:chgData name="William Itotia" userId="3fc66d6d6e142ffd" providerId="LiveId" clId="{759A4D9E-43DA-46CD-BC9E-B3E445F678A6}" dt="2026-03-22T17:17:06.433" v="1152"/>
        <pc:sldMkLst>
          <pc:docMk/>
          <pc:sldMk cId="746270011" sldId="262"/>
        </pc:sldMkLst>
        <pc:spChg chg="mod">
          <ac:chgData name="William Itotia" userId="3fc66d6d6e142ffd" providerId="LiveId" clId="{759A4D9E-43DA-46CD-BC9E-B3E445F678A6}" dt="2026-03-22T16:26:14.230" v="491" actId="404"/>
          <ac:spMkLst>
            <pc:docMk/>
            <pc:sldMk cId="746270011" sldId="262"/>
            <ac:spMk id="2" creationId="{F480CFDC-DAA9-9B21-B1A3-F6C2D3187E8C}"/>
          </ac:spMkLst>
        </pc:spChg>
        <pc:spChg chg="mod">
          <ac:chgData name="William Itotia" userId="3fc66d6d6e142ffd" providerId="LiveId" clId="{759A4D9E-43DA-46CD-BC9E-B3E445F678A6}" dt="2026-03-22T16:25:45.184" v="484" actId="5793"/>
          <ac:spMkLst>
            <pc:docMk/>
            <pc:sldMk cId="746270011" sldId="262"/>
            <ac:spMk id="3" creationId="{683D5F18-9B53-E23A-4D5B-CA1F88F5E64D}"/>
          </ac:spMkLst>
        </pc:spChg>
        <pc:picChg chg="add mod">
          <ac:chgData name="William Itotia" userId="3fc66d6d6e142ffd" providerId="LiveId" clId="{759A4D9E-43DA-46CD-BC9E-B3E445F678A6}" dt="2026-03-19T19:21:11.616" v="460" actId="1036"/>
          <ac:picMkLst>
            <pc:docMk/>
            <pc:sldMk cId="746270011" sldId="262"/>
            <ac:picMk id="2051" creationId="{011700FB-3823-F90C-516D-78A871AF474A}"/>
          </ac:picMkLst>
        </pc:picChg>
      </pc:sldChg>
      <pc:sldChg chg="addSp modSp mod setBg">
        <pc:chgData name="William Itotia" userId="3fc66d6d6e142ffd" providerId="LiveId" clId="{759A4D9E-43DA-46CD-BC9E-B3E445F678A6}" dt="2026-03-22T17:17:06.433" v="1152"/>
        <pc:sldMkLst>
          <pc:docMk/>
          <pc:sldMk cId="2416188711" sldId="263"/>
        </pc:sldMkLst>
        <pc:spChg chg="mod">
          <ac:chgData name="William Itotia" userId="3fc66d6d6e142ffd" providerId="LiveId" clId="{759A4D9E-43DA-46CD-BC9E-B3E445F678A6}" dt="2026-03-22T16:26:27.507" v="493" actId="404"/>
          <ac:spMkLst>
            <pc:docMk/>
            <pc:sldMk cId="2416188711" sldId="263"/>
            <ac:spMk id="2" creationId="{ED3F15B7-2025-9673-8AB5-D7B415E91C4C}"/>
          </ac:spMkLst>
        </pc:spChg>
        <pc:spChg chg="mod">
          <ac:chgData name="William Itotia" userId="3fc66d6d6e142ffd" providerId="LiveId" clId="{759A4D9E-43DA-46CD-BC9E-B3E445F678A6}" dt="2026-03-22T17:07:45.291" v="760" actId="20577"/>
          <ac:spMkLst>
            <pc:docMk/>
            <pc:sldMk cId="2416188711" sldId="263"/>
            <ac:spMk id="3" creationId="{476ED065-242C-9CD3-F946-05720A1E6C02}"/>
          </ac:spMkLst>
        </pc:spChg>
        <pc:spChg chg="add">
          <ac:chgData name="William Itotia" userId="3fc66d6d6e142ffd" providerId="LiveId" clId="{759A4D9E-43DA-46CD-BC9E-B3E445F678A6}" dt="2026-03-22T16:36:40.039" v="494"/>
          <ac:spMkLst>
            <pc:docMk/>
            <pc:sldMk cId="2416188711" sldId="263"/>
            <ac:spMk id="4" creationId="{3B04081D-3F19-A16A-013D-731A8CC00B7F}"/>
          </ac:spMkLst>
        </pc:spChg>
        <pc:spChg chg="add">
          <ac:chgData name="William Itotia" userId="3fc66d6d6e142ffd" providerId="LiveId" clId="{759A4D9E-43DA-46CD-BC9E-B3E445F678A6}" dt="2026-03-22T16:37:45.358" v="495"/>
          <ac:spMkLst>
            <pc:docMk/>
            <pc:sldMk cId="2416188711" sldId="263"/>
            <ac:spMk id="5" creationId="{6F4F0FA8-959F-8131-4DB7-34BD622E7510}"/>
          </ac:spMkLst>
        </pc:spChg>
        <pc:spChg chg="add">
          <ac:chgData name="William Itotia" userId="3fc66d6d6e142ffd" providerId="LiveId" clId="{759A4D9E-43DA-46CD-BC9E-B3E445F678A6}" dt="2026-03-22T16:50:04.703" v="656"/>
          <ac:spMkLst>
            <pc:docMk/>
            <pc:sldMk cId="2416188711" sldId="263"/>
            <ac:spMk id="6" creationId="{E3ACEF58-24AF-F364-F47F-4A6B4219DEDD}"/>
          </ac:spMkLst>
        </pc:spChg>
        <pc:spChg chg="add">
          <ac:chgData name="William Itotia" userId="3fc66d6d6e142ffd" providerId="LiveId" clId="{759A4D9E-43DA-46CD-BC9E-B3E445F678A6}" dt="2026-03-22T17:07:26.036" v="755"/>
          <ac:spMkLst>
            <pc:docMk/>
            <pc:sldMk cId="2416188711" sldId="263"/>
            <ac:spMk id="7" creationId="{3175768F-855F-EA4B-C20C-E3C210A11A76}"/>
          </ac:spMkLst>
        </pc:spChg>
      </pc:sldChg>
      <pc:sldChg chg="addSp modSp new mod setBg">
        <pc:chgData name="William Itotia" userId="3fc66d6d6e142ffd" providerId="LiveId" clId="{759A4D9E-43DA-46CD-BC9E-B3E445F678A6}" dt="2026-03-22T17:17:06.433" v="1152"/>
        <pc:sldMkLst>
          <pc:docMk/>
          <pc:sldMk cId="3993236692" sldId="264"/>
        </pc:sldMkLst>
        <pc:spChg chg="mod">
          <ac:chgData name="William Itotia" userId="3fc66d6d6e142ffd" providerId="LiveId" clId="{759A4D9E-43DA-46CD-BC9E-B3E445F678A6}" dt="2026-03-15T22:41:08.345" v="335" actId="26606"/>
          <ac:spMkLst>
            <pc:docMk/>
            <pc:sldMk cId="3993236692" sldId="264"/>
            <ac:spMk id="2" creationId="{3489F63F-A9B6-7E8F-4218-0502A23838F0}"/>
          </ac:spMkLst>
        </pc:spChg>
        <pc:spChg chg="mod">
          <ac:chgData name="William Itotia" userId="3fc66d6d6e142ffd" providerId="LiveId" clId="{759A4D9E-43DA-46CD-BC9E-B3E445F678A6}" dt="2026-03-15T22:41:19.724" v="337" actId="403"/>
          <ac:spMkLst>
            <pc:docMk/>
            <pc:sldMk cId="3993236692" sldId="264"/>
            <ac:spMk id="3" creationId="{062C8134-D844-33C0-BC54-743351D53409}"/>
          </ac:spMkLst>
        </pc:spChg>
        <pc:spChg chg="add">
          <ac:chgData name="William Itotia" userId="3fc66d6d6e142ffd" providerId="LiveId" clId="{759A4D9E-43DA-46CD-BC9E-B3E445F678A6}" dt="2026-03-15T22:41:08.345" v="335" actId="26606"/>
          <ac:spMkLst>
            <pc:docMk/>
            <pc:sldMk cId="3993236692" sldId="264"/>
            <ac:spMk id="9223" creationId="{743AA782-23D1-4521-8CAD-47662984AA08}"/>
          </ac:spMkLst>
        </pc:spChg>
        <pc:spChg chg="add">
          <ac:chgData name="William Itotia" userId="3fc66d6d6e142ffd" providerId="LiveId" clId="{759A4D9E-43DA-46CD-BC9E-B3E445F678A6}" dt="2026-03-15T22:41:08.345" v="335" actId="26606"/>
          <ac:spMkLst>
            <pc:docMk/>
            <pc:sldMk cId="3993236692" sldId="264"/>
            <ac:spMk id="9225" creationId="{71877DBC-BB60-40F0-AC93-2ACDBAAE60CE}"/>
          </ac:spMkLst>
        </pc:spChg>
        <pc:picChg chg="add mod">
          <ac:chgData name="William Itotia" userId="3fc66d6d6e142ffd" providerId="LiveId" clId="{759A4D9E-43DA-46CD-BC9E-B3E445F678A6}" dt="2026-03-15T22:41:08.345" v="335" actId="26606"/>
          <ac:picMkLst>
            <pc:docMk/>
            <pc:sldMk cId="3993236692" sldId="264"/>
            <ac:picMk id="9218" creationId="{8112A88B-9953-D64C-5E75-2CAB4E967CEB}"/>
          </ac:picMkLst>
        </pc:picChg>
      </pc:sldChg>
      <pc:sldChg chg="addSp delSp modSp new mod setBg">
        <pc:chgData name="William Itotia" userId="3fc66d6d6e142ffd" providerId="LiveId" clId="{759A4D9E-43DA-46CD-BC9E-B3E445F678A6}" dt="2026-03-22T17:17:06.433" v="1152"/>
        <pc:sldMkLst>
          <pc:docMk/>
          <pc:sldMk cId="772530704" sldId="265"/>
        </pc:sldMkLst>
        <pc:spChg chg="mod">
          <ac:chgData name="William Itotia" userId="3fc66d6d6e142ffd" providerId="LiveId" clId="{759A4D9E-43DA-46CD-BC9E-B3E445F678A6}" dt="2026-03-15T22:44:07.485" v="385" actId="26606"/>
          <ac:spMkLst>
            <pc:docMk/>
            <pc:sldMk cId="772530704" sldId="265"/>
            <ac:spMk id="2" creationId="{2995699B-B758-75AB-AE88-3CEC289C1A2B}"/>
          </ac:spMkLst>
        </pc:spChg>
        <pc:spChg chg="add del mod">
          <ac:chgData name="William Itotia" userId="3fc66d6d6e142ffd" providerId="LiveId" clId="{759A4D9E-43DA-46CD-BC9E-B3E445F678A6}" dt="2026-03-22T16:52:02.156" v="754" actId="20577"/>
          <ac:spMkLst>
            <pc:docMk/>
            <pc:sldMk cId="772530704" sldId="265"/>
            <ac:spMk id="3" creationId="{FF6A7EDF-3B30-9833-978F-735AC8A4DEC2}"/>
          </ac:spMkLst>
        </pc:spChg>
        <pc:spChg chg="add">
          <ac:chgData name="William Itotia" userId="3fc66d6d6e142ffd" providerId="LiveId" clId="{759A4D9E-43DA-46CD-BC9E-B3E445F678A6}" dt="2026-03-15T22:44:07.485" v="385" actId="26606"/>
          <ac:spMkLst>
            <pc:docMk/>
            <pc:sldMk cId="772530704" sldId="265"/>
            <ac:spMk id="8" creationId="{100EDD19-6802-4EC3-95CE-CFFAB042CFD6}"/>
          </ac:spMkLst>
        </pc:spChg>
        <pc:spChg chg="add">
          <ac:chgData name="William Itotia" userId="3fc66d6d6e142ffd" providerId="LiveId" clId="{759A4D9E-43DA-46CD-BC9E-B3E445F678A6}" dt="2026-03-15T22:44:07.485" v="385" actId="26606"/>
          <ac:spMkLst>
            <pc:docMk/>
            <pc:sldMk cId="772530704" sldId="265"/>
            <ac:spMk id="10" creationId="{DB17E863-922E-4C26-BD64-E8FD41D28661}"/>
          </ac:spMkLst>
        </pc:spChg>
      </pc:sldChg>
      <pc:sldChg chg="modSp new mod">
        <pc:chgData name="William Itotia" userId="3fc66d6d6e142ffd" providerId="LiveId" clId="{759A4D9E-43DA-46CD-BC9E-B3E445F678A6}" dt="2026-03-22T16:45:05.304" v="543" actId="20577"/>
        <pc:sldMkLst>
          <pc:docMk/>
          <pc:sldMk cId="431144513" sldId="266"/>
        </pc:sldMkLst>
        <pc:spChg chg="mod">
          <ac:chgData name="William Itotia" userId="3fc66d6d6e142ffd" providerId="LiveId" clId="{759A4D9E-43DA-46CD-BC9E-B3E445F678A6}" dt="2026-03-22T16:45:05.304" v="543" actId="20577"/>
          <ac:spMkLst>
            <pc:docMk/>
            <pc:sldMk cId="431144513" sldId="266"/>
            <ac:spMk id="3" creationId="{1B5F9A05-AC56-D3E7-74D6-5DD8E15F9D5F}"/>
          </ac:spMkLst>
        </pc:spChg>
      </pc:sldChg>
      <pc:sldChg chg="addSp delSp modSp new mod setBg">
        <pc:chgData name="William Itotia" userId="3fc66d6d6e142ffd" providerId="LiveId" clId="{759A4D9E-43DA-46CD-BC9E-B3E445F678A6}" dt="2026-03-22T17:17:24.942" v="1158"/>
        <pc:sldMkLst>
          <pc:docMk/>
          <pc:sldMk cId="3024626" sldId="267"/>
        </pc:sldMkLst>
        <pc:spChg chg="mod">
          <ac:chgData name="William Itotia" userId="3fc66d6d6e142ffd" providerId="LiveId" clId="{759A4D9E-43DA-46CD-BC9E-B3E445F678A6}" dt="2026-03-22T17:12:39.780" v="792" actId="26606"/>
          <ac:spMkLst>
            <pc:docMk/>
            <pc:sldMk cId="3024626" sldId="267"/>
            <ac:spMk id="2" creationId="{B8C88E75-9D60-D28D-550D-5EE29F56EEE6}"/>
          </ac:spMkLst>
        </pc:spChg>
        <pc:spChg chg="del">
          <ac:chgData name="William Itotia" userId="3fc66d6d6e142ffd" providerId="LiveId" clId="{759A4D9E-43DA-46CD-BC9E-B3E445F678A6}" dt="2026-03-22T17:12:32.741" v="791"/>
          <ac:spMkLst>
            <pc:docMk/>
            <pc:sldMk cId="3024626" sldId="267"/>
            <ac:spMk id="3" creationId="{F37B8D9A-36E1-AE88-E9A9-6E4DF89DC2CF}"/>
          </ac:spMkLst>
        </pc:spChg>
        <pc:spChg chg="add mod">
          <ac:chgData name="William Itotia" userId="3fc66d6d6e142ffd" providerId="LiveId" clId="{759A4D9E-43DA-46CD-BC9E-B3E445F678A6}" dt="2026-03-22T17:15:45.790" v="1094" actId="27636"/>
          <ac:spMkLst>
            <pc:docMk/>
            <pc:sldMk cId="3024626" sldId="267"/>
            <ac:spMk id="9" creationId="{26482B6C-1503-6A9D-E237-4C035F4866A5}"/>
          </ac:spMkLst>
        </pc:spChg>
        <pc:spChg chg="add">
          <ac:chgData name="William Itotia" userId="3fc66d6d6e142ffd" providerId="LiveId" clId="{759A4D9E-43DA-46CD-BC9E-B3E445F678A6}" dt="2026-03-22T17:12:39.780" v="792" actId="26606"/>
          <ac:spMkLst>
            <pc:docMk/>
            <pc:sldMk cId="3024626" sldId="267"/>
            <ac:spMk id="12" creationId="{2B97F24A-32CE-4C1C-A50D-3016B394DCFB}"/>
          </ac:spMkLst>
        </pc:spChg>
        <pc:spChg chg="add">
          <ac:chgData name="William Itotia" userId="3fc66d6d6e142ffd" providerId="LiveId" clId="{759A4D9E-43DA-46CD-BC9E-B3E445F678A6}" dt="2026-03-22T17:12:39.780" v="792" actId="26606"/>
          <ac:spMkLst>
            <pc:docMk/>
            <pc:sldMk cId="3024626" sldId="267"/>
            <ac:spMk id="14" creationId="{CD8B4F24-440B-49E9-B85D-733523DC064B}"/>
          </ac:spMkLst>
        </pc:spChg>
        <pc:picChg chg="add mod ord">
          <ac:chgData name="William Itotia" userId="3fc66d6d6e142ffd" providerId="LiveId" clId="{759A4D9E-43DA-46CD-BC9E-B3E445F678A6}" dt="2026-03-22T17:12:39.780" v="792" actId="26606"/>
          <ac:picMkLst>
            <pc:docMk/>
            <pc:sldMk cId="3024626" sldId="267"/>
            <ac:picMk id="5" creationId="{A35F3FD7-ABB8-41A2-7685-37617471DC60}"/>
          </ac:picMkLst>
        </pc:picChg>
        <pc:picChg chg="add del mod">
          <ac:chgData name="William Itotia" userId="3fc66d6d6e142ffd" providerId="LiveId" clId="{759A4D9E-43DA-46CD-BC9E-B3E445F678A6}" dt="2026-03-22T17:16:43.757" v="1103" actId="478"/>
          <ac:picMkLst>
            <pc:docMk/>
            <pc:sldMk cId="3024626" sldId="267"/>
            <ac:picMk id="2050" creationId="{F9A5BC3D-FAB9-C56C-5626-41F311949C4A}"/>
          </ac:picMkLst>
        </pc:picChg>
      </pc:sldChg>
      <pc:sldMasterChg chg="setBg modSldLayout">
        <pc:chgData name="William Itotia" userId="3fc66d6d6e142ffd" providerId="LiveId" clId="{759A4D9E-43DA-46CD-BC9E-B3E445F678A6}" dt="2026-03-22T17:18:37.238" v="1162"/>
        <pc:sldMasterMkLst>
          <pc:docMk/>
          <pc:sldMasterMk cId="2146913124" sldId="2147483648"/>
        </pc:sldMasterMkLst>
        <pc:sldLayoutChg chg="setBg">
          <pc:chgData name="William Itotia" userId="3fc66d6d6e142ffd" providerId="LiveId" clId="{759A4D9E-43DA-46CD-BC9E-B3E445F678A6}" dt="2026-03-22T17:18:37.238" v="1162"/>
          <pc:sldLayoutMkLst>
            <pc:docMk/>
            <pc:sldMasterMk cId="2146913124" sldId="2147483648"/>
            <pc:sldLayoutMk cId="1064360781" sldId="2147483649"/>
          </pc:sldLayoutMkLst>
        </pc:sldLayoutChg>
        <pc:sldLayoutChg chg="setBg">
          <pc:chgData name="William Itotia" userId="3fc66d6d6e142ffd" providerId="LiveId" clId="{759A4D9E-43DA-46CD-BC9E-B3E445F678A6}" dt="2026-03-22T17:18:37.238" v="1162"/>
          <pc:sldLayoutMkLst>
            <pc:docMk/>
            <pc:sldMasterMk cId="2146913124" sldId="2147483648"/>
            <pc:sldLayoutMk cId="980137106" sldId="2147483650"/>
          </pc:sldLayoutMkLst>
        </pc:sldLayoutChg>
        <pc:sldLayoutChg chg="setBg">
          <pc:chgData name="William Itotia" userId="3fc66d6d6e142ffd" providerId="LiveId" clId="{759A4D9E-43DA-46CD-BC9E-B3E445F678A6}" dt="2026-03-22T17:18:37.238" v="1162"/>
          <pc:sldLayoutMkLst>
            <pc:docMk/>
            <pc:sldMasterMk cId="2146913124" sldId="2147483648"/>
            <pc:sldLayoutMk cId="393454411" sldId="2147483651"/>
          </pc:sldLayoutMkLst>
        </pc:sldLayoutChg>
        <pc:sldLayoutChg chg="setBg">
          <pc:chgData name="William Itotia" userId="3fc66d6d6e142ffd" providerId="LiveId" clId="{759A4D9E-43DA-46CD-BC9E-B3E445F678A6}" dt="2026-03-22T17:18:37.238" v="1162"/>
          <pc:sldLayoutMkLst>
            <pc:docMk/>
            <pc:sldMasterMk cId="2146913124" sldId="2147483648"/>
            <pc:sldLayoutMk cId="1332694719" sldId="2147483652"/>
          </pc:sldLayoutMkLst>
        </pc:sldLayoutChg>
        <pc:sldLayoutChg chg="setBg">
          <pc:chgData name="William Itotia" userId="3fc66d6d6e142ffd" providerId="LiveId" clId="{759A4D9E-43DA-46CD-BC9E-B3E445F678A6}" dt="2026-03-22T17:18:37.238" v="1162"/>
          <pc:sldLayoutMkLst>
            <pc:docMk/>
            <pc:sldMasterMk cId="2146913124" sldId="2147483648"/>
            <pc:sldLayoutMk cId="1302056981" sldId="2147483653"/>
          </pc:sldLayoutMkLst>
        </pc:sldLayoutChg>
        <pc:sldLayoutChg chg="setBg">
          <pc:chgData name="William Itotia" userId="3fc66d6d6e142ffd" providerId="LiveId" clId="{759A4D9E-43DA-46CD-BC9E-B3E445F678A6}" dt="2026-03-22T17:18:37.238" v="1162"/>
          <pc:sldLayoutMkLst>
            <pc:docMk/>
            <pc:sldMasterMk cId="2146913124" sldId="2147483648"/>
            <pc:sldLayoutMk cId="581469100" sldId="2147483654"/>
          </pc:sldLayoutMkLst>
        </pc:sldLayoutChg>
        <pc:sldLayoutChg chg="setBg">
          <pc:chgData name="William Itotia" userId="3fc66d6d6e142ffd" providerId="LiveId" clId="{759A4D9E-43DA-46CD-BC9E-B3E445F678A6}" dt="2026-03-22T17:18:37.238" v="1162"/>
          <pc:sldLayoutMkLst>
            <pc:docMk/>
            <pc:sldMasterMk cId="2146913124" sldId="2147483648"/>
            <pc:sldLayoutMk cId="4088029359" sldId="2147483655"/>
          </pc:sldLayoutMkLst>
        </pc:sldLayoutChg>
        <pc:sldLayoutChg chg="setBg">
          <pc:chgData name="William Itotia" userId="3fc66d6d6e142ffd" providerId="LiveId" clId="{759A4D9E-43DA-46CD-BC9E-B3E445F678A6}" dt="2026-03-22T17:18:37.238" v="1162"/>
          <pc:sldLayoutMkLst>
            <pc:docMk/>
            <pc:sldMasterMk cId="2146913124" sldId="2147483648"/>
            <pc:sldLayoutMk cId="549282572" sldId="2147483656"/>
          </pc:sldLayoutMkLst>
        </pc:sldLayoutChg>
        <pc:sldLayoutChg chg="setBg">
          <pc:chgData name="William Itotia" userId="3fc66d6d6e142ffd" providerId="LiveId" clId="{759A4D9E-43DA-46CD-BC9E-B3E445F678A6}" dt="2026-03-22T17:18:37.238" v="1162"/>
          <pc:sldLayoutMkLst>
            <pc:docMk/>
            <pc:sldMasterMk cId="2146913124" sldId="2147483648"/>
            <pc:sldLayoutMk cId="917769235" sldId="2147483657"/>
          </pc:sldLayoutMkLst>
        </pc:sldLayoutChg>
        <pc:sldLayoutChg chg="setBg">
          <pc:chgData name="William Itotia" userId="3fc66d6d6e142ffd" providerId="LiveId" clId="{759A4D9E-43DA-46CD-BC9E-B3E445F678A6}" dt="2026-03-22T17:18:37.238" v="1162"/>
          <pc:sldLayoutMkLst>
            <pc:docMk/>
            <pc:sldMasterMk cId="2146913124" sldId="2147483648"/>
            <pc:sldLayoutMk cId="2349743162" sldId="2147483658"/>
          </pc:sldLayoutMkLst>
        </pc:sldLayoutChg>
        <pc:sldLayoutChg chg="setBg">
          <pc:chgData name="William Itotia" userId="3fc66d6d6e142ffd" providerId="LiveId" clId="{759A4D9E-43DA-46CD-BC9E-B3E445F678A6}" dt="2026-03-22T17:18:37.238" v="1162"/>
          <pc:sldLayoutMkLst>
            <pc:docMk/>
            <pc:sldMasterMk cId="2146913124" sldId="2147483648"/>
            <pc:sldLayoutMk cId="75641272"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4D7FF8-D981-484A-8165-0A7A22E09E7B}" type="datetimeFigureOut">
              <a:rPr lang="en-GB" smtClean="0"/>
              <a:t>22/03/2026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4B73B9-4F4D-424A-ADCB-3BF50AA46CCD}" type="slidenum">
              <a:rPr lang="en-GB" smtClean="0"/>
              <a:t>‹#›</a:t>
            </a:fld>
            <a:endParaRPr lang="en-GB"/>
          </a:p>
        </p:txBody>
      </p:sp>
    </p:spTree>
    <p:extLst>
      <p:ext uri="{BB962C8B-B14F-4D97-AF65-F5344CB8AC3E}">
        <p14:creationId xmlns:p14="http://schemas.microsoft.com/office/powerpoint/2010/main" val="156261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24B73B9-4F4D-424A-ADCB-3BF50AA46CCD}" type="slidenum">
              <a:rPr lang="en-GB" smtClean="0"/>
              <a:t>7</a:t>
            </a:fld>
            <a:endParaRPr lang="en-GB"/>
          </a:p>
        </p:txBody>
      </p:sp>
    </p:spTree>
    <p:extLst>
      <p:ext uri="{BB962C8B-B14F-4D97-AF65-F5344CB8AC3E}">
        <p14:creationId xmlns:p14="http://schemas.microsoft.com/office/powerpoint/2010/main" val="4000372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30DC8-D202-37F6-EDF7-8306FB8ABD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15B9DD-3894-4F33-9C4A-CE3964429B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4C4A214-EAD8-509E-46B1-87A138D5DEEA}"/>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5" name="Footer Placeholder 4">
            <a:extLst>
              <a:ext uri="{FF2B5EF4-FFF2-40B4-BE49-F238E27FC236}">
                <a16:creationId xmlns:a16="http://schemas.microsoft.com/office/drawing/2014/main" id="{68ED7980-23AC-46C4-9A4D-04F716487C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DCC8EC-6AD5-15AB-131E-C4CAD91D7E46}"/>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1064360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4A41B-DBB9-4EDF-9C4D-A75CBE03A52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B4A1CD7-645E-9159-A241-C4DA04D3F4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752D7D-E54E-DD1D-A070-9852015783FA}"/>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5" name="Footer Placeholder 4">
            <a:extLst>
              <a:ext uri="{FF2B5EF4-FFF2-40B4-BE49-F238E27FC236}">
                <a16:creationId xmlns:a16="http://schemas.microsoft.com/office/drawing/2014/main" id="{F212F78D-9E73-D63D-887D-BD2E10D67B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0DFE870-7F66-EAE6-6FC0-FBC5C5BDF49F}"/>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980137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19983-E24A-0453-D731-AB5B9488BC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C4C1FEB-5338-6E35-8F90-22905A8925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0D344B-5D74-8D64-6375-AC8E10E10E40}"/>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5" name="Footer Placeholder 4">
            <a:extLst>
              <a:ext uri="{FF2B5EF4-FFF2-40B4-BE49-F238E27FC236}">
                <a16:creationId xmlns:a16="http://schemas.microsoft.com/office/drawing/2014/main" id="{72EF3262-3DA2-8A22-8A81-E8AD381A72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B3AE9D-6DE1-B3B3-FBAF-1BB9E2ABC6B9}"/>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393454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4C675-2A99-F5E5-91A1-8D32C702282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72282DE-B713-0E25-6D86-85AB88217A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9B64BFA-13C0-9DAA-0FCA-83CF80004B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A548D2A-6FC8-DBC6-1B27-119C497D2D3F}"/>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6" name="Footer Placeholder 5">
            <a:extLst>
              <a:ext uri="{FF2B5EF4-FFF2-40B4-BE49-F238E27FC236}">
                <a16:creationId xmlns:a16="http://schemas.microsoft.com/office/drawing/2014/main" id="{1E672D03-ECDF-432A-98CA-71EED8E35FF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D17786F-D4EE-FBE3-F796-1F9CE1DF91FF}"/>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1332694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3DBBE-A9BA-4A3A-3309-88706C16810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87611A-19EE-7267-5363-366F4CDD8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F5CEF5-AF69-4A14-48C3-F8560F7464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196B422-5168-AF77-306C-01B7F357C3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EF4457-F8D5-DC9E-F3DD-F0EDD75948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558345C-1595-30B0-A7A8-EA8310313762}"/>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8" name="Footer Placeholder 7">
            <a:extLst>
              <a:ext uri="{FF2B5EF4-FFF2-40B4-BE49-F238E27FC236}">
                <a16:creationId xmlns:a16="http://schemas.microsoft.com/office/drawing/2014/main" id="{A8EE5B95-1EE6-1C7F-48F6-59AB33AD37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402399E-5A8C-3D83-E4AE-82E2BE130697}"/>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130205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7DC59-489A-2717-8713-2F277A46551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607FCF-7B1C-BA24-B5E4-8438FCF6A653}"/>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4" name="Footer Placeholder 3">
            <a:extLst>
              <a:ext uri="{FF2B5EF4-FFF2-40B4-BE49-F238E27FC236}">
                <a16:creationId xmlns:a16="http://schemas.microsoft.com/office/drawing/2014/main" id="{D98D649C-FEE1-9509-328B-21EFA728682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242263C-98AC-BBF7-5AEF-78852BD3CE0E}"/>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581469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99F494-883E-88DD-B54A-FBEBE0E34097}"/>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3" name="Footer Placeholder 2">
            <a:extLst>
              <a:ext uri="{FF2B5EF4-FFF2-40B4-BE49-F238E27FC236}">
                <a16:creationId xmlns:a16="http://schemas.microsoft.com/office/drawing/2014/main" id="{870E2399-E5E4-C3BC-730F-50994BA80D0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30AEA3-CA90-1EDF-70B6-FD2117D627E9}"/>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4088029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C3195-6790-8DE2-DA45-2131A10DD4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980BBDB-BD53-227E-B993-44E896A577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22B0F86-8F94-E4E9-F2AA-17B1310A3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34EB6A-6094-ABF1-08E2-A8EC88D8D417}"/>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6" name="Footer Placeholder 5">
            <a:extLst>
              <a:ext uri="{FF2B5EF4-FFF2-40B4-BE49-F238E27FC236}">
                <a16:creationId xmlns:a16="http://schemas.microsoft.com/office/drawing/2014/main" id="{6FD7FA65-7692-A9C0-F502-86625DC3953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3B376C-8B7F-A8E1-6D4F-55F7D6628805}"/>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549282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C4AAB-2F8A-397B-910B-751831C911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3C1C84D-06B8-7A6A-1B04-5AE74A6144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07A75BE-6933-0DA9-4374-1592D6A02C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3E9EC7-0CA6-F014-5626-92A97C065EC7}"/>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6" name="Footer Placeholder 5">
            <a:extLst>
              <a:ext uri="{FF2B5EF4-FFF2-40B4-BE49-F238E27FC236}">
                <a16:creationId xmlns:a16="http://schemas.microsoft.com/office/drawing/2014/main" id="{DB870198-8245-C6A4-8783-BEA41289250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FF1F33-1112-4677-FD98-9FE67A460BBE}"/>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917769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AC3F5-A9DD-3A4B-B480-F40A5F97FEF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8BCB2E0-0140-2CEC-8B80-91B8D43B3E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D12272-9454-040B-CE0F-B7B5A669975F}"/>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5" name="Footer Placeholder 4">
            <a:extLst>
              <a:ext uri="{FF2B5EF4-FFF2-40B4-BE49-F238E27FC236}">
                <a16:creationId xmlns:a16="http://schemas.microsoft.com/office/drawing/2014/main" id="{B459163E-5F87-9594-4E13-657270F182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3C9260-5C22-06CB-AA02-909F228BF1EA}"/>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234974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9ADBAF-F802-6BE9-9504-4B77E4B699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E86CADD-0910-3DA8-5353-DD0D3E22A8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887954-1978-082E-4CB5-D9E3198AD34B}"/>
              </a:ext>
            </a:extLst>
          </p:cNvPr>
          <p:cNvSpPr>
            <a:spLocks noGrp="1"/>
          </p:cNvSpPr>
          <p:nvPr>
            <p:ph type="dt" sz="half" idx="10"/>
          </p:nvPr>
        </p:nvSpPr>
        <p:spPr/>
        <p:txBody>
          <a:bodyPr/>
          <a:lstStyle/>
          <a:p>
            <a:fld id="{1472D988-FBA9-483A-91E7-AAEEB4F009A7}" type="datetimeFigureOut">
              <a:rPr lang="en-GB" smtClean="0"/>
              <a:t>22/03/2026</a:t>
            </a:fld>
            <a:endParaRPr lang="en-GB"/>
          </a:p>
        </p:txBody>
      </p:sp>
      <p:sp>
        <p:nvSpPr>
          <p:cNvPr id="5" name="Footer Placeholder 4">
            <a:extLst>
              <a:ext uri="{FF2B5EF4-FFF2-40B4-BE49-F238E27FC236}">
                <a16:creationId xmlns:a16="http://schemas.microsoft.com/office/drawing/2014/main" id="{C62614A6-D56E-456D-CF42-AE1ECED6A3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632478-1E06-FA6F-776B-B728AF96D72A}"/>
              </a:ext>
            </a:extLst>
          </p:cNvPr>
          <p:cNvSpPr>
            <a:spLocks noGrp="1"/>
          </p:cNvSpPr>
          <p:nvPr>
            <p:ph type="sldNum" sz="quarter" idx="12"/>
          </p:nvPr>
        </p:nvSpPr>
        <p:spPr/>
        <p:txBody>
          <a:bodyPr/>
          <a:lstStyle/>
          <a:p>
            <a:fld id="{9B5BE655-2D32-4C83-A6B9-010CF4F91A0F}" type="slidenum">
              <a:rPr lang="en-GB" smtClean="0"/>
              <a:t>‹#›</a:t>
            </a:fld>
            <a:endParaRPr lang="en-GB"/>
          </a:p>
        </p:txBody>
      </p:sp>
    </p:spTree>
    <p:extLst>
      <p:ext uri="{BB962C8B-B14F-4D97-AF65-F5344CB8AC3E}">
        <p14:creationId xmlns:p14="http://schemas.microsoft.com/office/powerpoint/2010/main" val="75641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10AB91-AE7C-F305-81BD-927989A420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A16DF9D-9A88-E721-1FC3-2F9592087B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EB11ED-5E9B-70A2-3723-B06E48E5CB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72D988-FBA9-483A-91E7-AAEEB4F009A7}" type="datetimeFigureOut">
              <a:rPr lang="en-GB" smtClean="0"/>
              <a:t>22/03/2026</a:t>
            </a:fld>
            <a:endParaRPr lang="en-GB"/>
          </a:p>
        </p:txBody>
      </p:sp>
      <p:sp>
        <p:nvSpPr>
          <p:cNvPr id="5" name="Footer Placeholder 4">
            <a:extLst>
              <a:ext uri="{FF2B5EF4-FFF2-40B4-BE49-F238E27FC236}">
                <a16:creationId xmlns:a16="http://schemas.microsoft.com/office/drawing/2014/main" id="{61CD4408-EE6E-008C-7BCF-B36692273B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45C6785-443B-8538-779F-E8CDD8F47E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5BE655-2D32-4C83-A6B9-010CF4F91A0F}" type="slidenum">
              <a:rPr lang="en-GB" smtClean="0"/>
              <a:t>‹#›</a:t>
            </a:fld>
            <a:endParaRPr lang="en-GB"/>
          </a:p>
        </p:txBody>
      </p:sp>
    </p:spTree>
    <p:extLst>
      <p:ext uri="{BB962C8B-B14F-4D97-AF65-F5344CB8AC3E}">
        <p14:creationId xmlns:p14="http://schemas.microsoft.com/office/powerpoint/2010/main" val="2146913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github.com/William-Itotia/Forecasting-Food-Insecurity-in-Kenya"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lobalhungerindex.org/kenya.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DF05ACD0-FF4A-4F8F-B5C5-6A4EBD0D1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4C9AFA28-B5ED-4346-9AF7-68A157F16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Title 1">
            <a:extLst>
              <a:ext uri="{FF2B5EF4-FFF2-40B4-BE49-F238E27FC236}">
                <a16:creationId xmlns:a16="http://schemas.microsoft.com/office/drawing/2014/main" id="{7A1FC51E-D65C-64AD-09D3-619180EF3EDB}"/>
              </a:ext>
            </a:extLst>
          </p:cNvPr>
          <p:cNvSpPr>
            <a:spLocks noGrp="1"/>
          </p:cNvSpPr>
          <p:nvPr>
            <p:ph type="ctrTitle"/>
          </p:nvPr>
        </p:nvSpPr>
        <p:spPr>
          <a:xfrm>
            <a:off x="1472608" y="1380564"/>
            <a:ext cx="4561369" cy="2346229"/>
          </a:xfrm>
        </p:spPr>
        <p:txBody>
          <a:bodyPr anchor="b">
            <a:normAutofit/>
          </a:bodyPr>
          <a:lstStyle/>
          <a:p>
            <a:r>
              <a:rPr lang="en-US" sz="3200" dirty="0">
                <a:solidFill>
                  <a:srgbClr val="595959"/>
                </a:solidFill>
              </a:rPr>
              <a:t>Forecasting Food Insecurity in Kenya</a:t>
            </a:r>
            <a:endParaRPr lang="en-GB" sz="3200" dirty="0">
              <a:solidFill>
                <a:srgbClr val="595959"/>
              </a:solidFill>
            </a:endParaRPr>
          </a:p>
        </p:txBody>
      </p:sp>
      <p:sp>
        <p:nvSpPr>
          <p:cNvPr id="3" name="Subtitle 2">
            <a:extLst>
              <a:ext uri="{FF2B5EF4-FFF2-40B4-BE49-F238E27FC236}">
                <a16:creationId xmlns:a16="http://schemas.microsoft.com/office/drawing/2014/main" id="{6F38BC63-59DB-F4D1-25EE-B3B1AD4AE35A}"/>
              </a:ext>
            </a:extLst>
          </p:cNvPr>
          <p:cNvSpPr>
            <a:spLocks noGrp="1"/>
          </p:cNvSpPr>
          <p:nvPr>
            <p:ph type="subTitle" idx="1"/>
          </p:nvPr>
        </p:nvSpPr>
        <p:spPr>
          <a:xfrm>
            <a:off x="1472608" y="4061345"/>
            <a:ext cx="4561369" cy="1416090"/>
          </a:xfrm>
        </p:spPr>
        <p:txBody>
          <a:bodyPr anchor="t">
            <a:normAutofit lnSpcReduction="10000"/>
          </a:bodyPr>
          <a:lstStyle/>
          <a:p>
            <a:r>
              <a:rPr lang="en-US" sz="1400" dirty="0">
                <a:solidFill>
                  <a:srgbClr val="595959"/>
                </a:solidFill>
              </a:rPr>
              <a:t>William Itotia</a:t>
            </a:r>
          </a:p>
          <a:p>
            <a:r>
              <a:rPr lang="en-US" sz="1400" dirty="0">
                <a:solidFill>
                  <a:srgbClr val="595959"/>
                </a:solidFill>
              </a:rPr>
              <a:t>24079944</a:t>
            </a:r>
          </a:p>
          <a:p>
            <a:r>
              <a:rPr lang="en-US" sz="1400" dirty="0">
                <a:solidFill>
                  <a:srgbClr val="595959"/>
                </a:solidFill>
              </a:rPr>
              <a:t>MSC Data Science Thesis</a:t>
            </a:r>
          </a:p>
          <a:p>
            <a:r>
              <a:rPr lang="en-GB" sz="1400" dirty="0">
                <a:solidFill>
                  <a:srgbClr val="595959"/>
                </a:solidFill>
                <a:hlinkClick r:id="rId2"/>
              </a:rPr>
              <a:t>https://github.com/William-Itotia/Forecasting-Food-Insecurity-in-Kenya</a:t>
            </a:r>
            <a:endParaRPr lang="en-GB" sz="1400" dirty="0">
              <a:solidFill>
                <a:srgbClr val="595959"/>
              </a:solidFill>
            </a:endParaRPr>
          </a:p>
          <a:p>
            <a:endParaRPr lang="en-GB" sz="1400" dirty="0">
              <a:solidFill>
                <a:srgbClr val="595959"/>
              </a:solidFill>
            </a:endParaRPr>
          </a:p>
        </p:txBody>
      </p:sp>
      <p:pic>
        <p:nvPicPr>
          <p:cNvPr id="1026" name="Picture 2" descr="Kenya on Actual Map of Africa Art Print - michal812 | Art.com">
            <a:extLst>
              <a:ext uri="{FF2B5EF4-FFF2-40B4-BE49-F238E27FC236}">
                <a16:creationId xmlns:a16="http://schemas.microsoft.com/office/drawing/2014/main" id="{1CF71F4C-F830-6D57-B44F-30FCBC6F0DA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10935" y="1419785"/>
            <a:ext cx="4018430" cy="4018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299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62" name="Rectangle 2061">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64" name="Rectangle 2063">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E379B3-F0FD-1B6B-B7ED-2BBA063221E7}"/>
              </a:ext>
            </a:extLst>
          </p:cNvPr>
          <p:cNvSpPr>
            <a:spLocks noGrp="1"/>
          </p:cNvSpPr>
          <p:nvPr>
            <p:ph type="title"/>
          </p:nvPr>
        </p:nvSpPr>
        <p:spPr>
          <a:xfrm>
            <a:off x="838196" y="978408"/>
            <a:ext cx="6007608" cy="1106424"/>
          </a:xfrm>
        </p:spPr>
        <p:txBody>
          <a:bodyPr>
            <a:normAutofit/>
          </a:bodyPr>
          <a:lstStyle/>
          <a:p>
            <a:r>
              <a:rPr lang="en-US" sz="2800"/>
              <a:t>Introduction</a:t>
            </a:r>
            <a:endParaRPr lang="en-GB" sz="2800"/>
          </a:p>
        </p:txBody>
      </p:sp>
      <p:sp>
        <p:nvSpPr>
          <p:cNvPr id="2066" name="Rectangle 2065">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8" name="Rectangle 2067">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1E5BC3E-392C-8039-8F84-EA7026BF1CC7}"/>
              </a:ext>
            </a:extLst>
          </p:cNvPr>
          <p:cNvSpPr>
            <a:spLocks noGrp="1"/>
          </p:cNvSpPr>
          <p:nvPr>
            <p:ph idx="1"/>
          </p:nvPr>
        </p:nvSpPr>
        <p:spPr>
          <a:xfrm>
            <a:off x="600456" y="2203704"/>
            <a:ext cx="6245348" cy="3703320"/>
          </a:xfrm>
        </p:spPr>
        <p:txBody>
          <a:bodyPr>
            <a:normAutofit/>
          </a:bodyPr>
          <a:lstStyle/>
          <a:p>
            <a:r>
              <a:rPr lang="en-US" sz="2400" dirty="0"/>
              <a:t>Food insecurity is defined as the absence of consistent access to sufficient, safe, and nutritious food for an active and healthy life (Manikas, Ali and </a:t>
            </a:r>
            <a:r>
              <a:rPr lang="en-US" sz="2400" dirty="0" err="1"/>
              <a:t>Sundarakani</a:t>
            </a:r>
            <a:r>
              <a:rPr lang="en-US" sz="2400" dirty="0"/>
              <a:t>, 2023).</a:t>
            </a:r>
          </a:p>
          <a:p>
            <a:r>
              <a:rPr lang="en-US" sz="2400" dirty="0"/>
              <a:t>This research aims to forecast food insecurity in Kenya using the Integrated Food Security Phase Classification (IPC) scale as the target variable, a five-point scale ranging from 1 (food secure) to 5 (famine-affected) (Feffer, Kapoor and Dodt, 2021).</a:t>
            </a:r>
          </a:p>
        </p:txBody>
      </p:sp>
      <p:pic>
        <p:nvPicPr>
          <p:cNvPr id="2055" name="Picture 7" descr="What is the IPC? | FEWS NET">
            <a:extLst>
              <a:ext uri="{FF2B5EF4-FFF2-40B4-BE49-F238E27FC236}">
                <a16:creationId xmlns:a16="http://schemas.microsoft.com/office/drawing/2014/main" id="{546A7257-6FED-7182-5021-0397F239240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80960" y="1401261"/>
            <a:ext cx="4233672" cy="1116475"/>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9" descr="Hunger, Food Insecurity Still Higher Than Before Pandemic">
            <a:extLst>
              <a:ext uri="{FF2B5EF4-FFF2-40B4-BE49-F238E27FC236}">
                <a16:creationId xmlns:a16="http://schemas.microsoft.com/office/drawing/2014/main" id="{BC96DB03-1E33-EF97-84AF-9C9802D3A67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80960" y="3603340"/>
            <a:ext cx="4230116" cy="2390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1947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3" name="Freeform: Shape 3082">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85" name="Freeform: Shape 3084">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A485C0-F67B-8A77-2A17-2258D47D1A16}"/>
              </a:ext>
            </a:extLst>
          </p:cNvPr>
          <p:cNvSpPr>
            <a:spLocks noGrp="1"/>
          </p:cNvSpPr>
          <p:nvPr>
            <p:ph type="title"/>
          </p:nvPr>
        </p:nvSpPr>
        <p:spPr>
          <a:xfrm>
            <a:off x="438913" y="859536"/>
            <a:ext cx="4832802" cy="1243584"/>
          </a:xfrm>
        </p:spPr>
        <p:txBody>
          <a:bodyPr>
            <a:normAutofit/>
          </a:bodyPr>
          <a:lstStyle/>
          <a:p>
            <a:r>
              <a:rPr lang="en-US" sz="3400" dirty="0"/>
              <a:t>Motivation</a:t>
            </a:r>
            <a:endParaRPr lang="en-GB" sz="3400" dirty="0"/>
          </a:p>
        </p:txBody>
      </p:sp>
      <p:sp>
        <p:nvSpPr>
          <p:cNvPr id="3087" name="Rectangle 308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9" name="Rectangle 308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CE04EE1-5088-FDE4-3656-377E43140D18}"/>
              </a:ext>
            </a:extLst>
          </p:cNvPr>
          <p:cNvSpPr>
            <a:spLocks noGrp="1"/>
          </p:cNvSpPr>
          <p:nvPr>
            <p:ph idx="1"/>
          </p:nvPr>
        </p:nvSpPr>
        <p:spPr>
          <a:xfrm>
            <a:off x="438912" y="2303581"/>
            <a:ext cx="5319631" cy="3873381"/>
          </a:xfrm>
        </p:spPr>
        <p:txBody>
          <a:bodyPr>
            <a:normAutofit fontScale="85000" lnSpcReduction="20000"/>
          </a:bodyPr>
          <a:lstStyle/>
          <a:p>
            <a:r>
              <a:rPr lang="en-GB" dirty="0"/>
              <a:t>Kenya ranks 103rd out of 125 countries on the 2025 Global Hunger Index with a score of 25.9, indicating a serious hunger crisis, with 36.8% of the population undernourished and 17.9% of children under five stunted (Global Hunger Index, 2024).</a:t>
            </a:r>
          </a:p>
          <a:p>
            <a:r>
              <a:rPr lang="en-GB" dirty="0"/>
              <a:t>Effective forecasting of food insecurity in Kenya could enable timely interventions, reducing the negative impact and ultimately lowering the number of people affected.</a:t>
            </a:r>
          </a:p>
          <a:p>
            <a:pPr marL="0" indent="0">
              <a:buNone/>
            </a:pPr>
            <a:endParaRPr lang="en-GB" dirty="0"/>
          </a:p>
          <a:p>
            <a:endParaRPr lang="en-US" sz="1800" dirty="0"/>
          </a:p>
        </p:txBody>
      </p:sp>
      <p:pic>
        <p:nvPicPr>
          <p:cNvPr id="3076" name="Picture 4">
            <a:extLst>
              <a:ext uri="{FF2B5EF4-FFF2-40B4-BE49-F238E27FC236}">
                <a16:creationId xmlns:a16="http://schemas.microsoft.com/office/drawing/2014/main" id="{FEE4DAEC-3177-CF0F-EF56-69B8C2235C1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81398" y="1149177"/>
            <a:ext cx="6110602" cy="25511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600EAD9-ACF4-8692-DA28-35D0FCC37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7368" y="4158635"/>
            <a:ext cx="5135719" cy="1283929"/>
          </a:xfrm>
          <a:prstGeom prst="rect">
            <a:avLst/>
          </a:prstGeom>
        </p:spPr>
      </p:pic>
    </p:spTree>
    <p:extLst>
      <p:ext uri="{BB962C8B-B14F-4D97-AF65-F5344CB8AC3E}">
        <p14:creationId xmlns:p14="http://schemas.microsoft.com/office/powerpoint/2010/main" val="686490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111" name="Rectangle 4110">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13" name="Rectangle 4112">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B43CD4-BE64-EE83-0CF0-520192F0BEA1}"/>
              </a:ext>
            </a:extLst>
          </p:cNvPr>
          <p:cNvSpPr>
            <a:spLocks noGrp="1"/>
          </p:cNvSpPr>
          <p:nvPr>
            <p:ph type="title"/>
          </p:nvPr>
        </p:nvSpPr>
        <p:spPr>
          <a:xfrm>
            <a:off x="838196" y="978408"/>
            <a:ext cx="6007608" cy="1106424"/>
          </a:xfrm>
        </p:spPr>
        <p:txBody>
          <a:bodyPr>
            <a:normAutofit/>
          </a:bodyPr>
          <a:lstStyle/>
          <a:p>
            <a:r>
              <a:rPr lang="en-US" sz="2800" dirty="0"/>
              <a:t>Dataset and Ethical Considerations</a:t>
            </a:r>
            <a:endParaRPr lang="en-GB" sz="2800" dirty="0"/>
          </a:p>
        </p:txBody>
      </p:sp>
      <p:sp>
        <p:nvSpPr>
          <p:cNvPr id="4115" name="Rectangle 4114">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17" name="Rectangle 4116">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0A06BB6-706B-C84C-3DB1-78F39D96DE41}"/>
              </a:ext>
            </a:extLst>
          </p:cNvPr>
          <p:cNvSpPr>
            <a:spLocks noGrp="1"/>
          </p:cNvSpPr>
          <p:nvPr>
            <p:ph idx="1"/>
          </p:nvPr>
        </p:nvSpPr>
        <p:spPr>
          <a:xfrm>
            <a:off x="718457" y="2167129"/>
            <a:ext cx="6422571" cy="4057252"/>
          </a:xfrm>
        </p:spPr>
        <p:txBody>
          <a:bodyPr>
            <a:normAutofit/>
          </a:bodyPr>
          <a:lstStyle/>
          <a:p>
            <a:r>
              <a:rPr lang="en-GB" sz="1800" dirty="0"/>
              <a:t>To ensure ethical data usage, all datasets were sourced from publicly accessible platforms and contained no personally identifiable information.</a:t>
            </a:r>
          </a:p>
          <a:p>
            <a:r>
              <a:rPr lang="en-GB" sz="1800" dirty="0"/>
              <a:t>Four datasets were integrated for this research:</a:t>
            </a:r>
          </a:p>
          <a:p>
            <a:pPr lvl="1"/>
            <a:r>
              <a:rPr lang="en-GB" sz="1800" b="1" dirty="0"/>
              <a:t>IPC Classification Data (FEWS NET):</a:t>
            </a:r>
            <a:r>
              <a:rPr lang="en-GB" sz="1800" dirty="0"/>
              <a:t> 150,944 rows and 25 columns, containing the IPC target variable.</a:t>
            </a:r>
          </a:p>
          <a:p>
            <a:pPr lvl="1"/>
            <a:r>
              <a:rPr lang="en-GB" sz="1800" b="1" dirty="0"/>
              <a:t>NDVI Dataset (data.humdata.org):</a:t>
            </a:r>
            <a:r>
              <a:rPr lang="en-GB" sz="1800" dirty="0"/>
              <a:t> 68,688 rows and 8 columns, capturing vegetation cover across Kenya.</a:t>
            </a:r>
          </a:p>
          <a:p>
            <a:pPr lvl="1"/>
            <a:r>
              <a:rPr lang="en-GB" sz="1800" b="1" dirty="0"/>
              <a:t>Rainfall Dataset (data.humdata.org):</a:t>
            </a:r>
            <a:r>
              <a:rPr lang="en-GB" sz="1800" dirty="0"/>
              <a:t> 131,544 rows and 15 columns, recording rainfall across different regions of Kenya.</a:t>
            </a:r>
          </a:p>
          <a:p>
            <a:pPr lvl="1"/>
            <a:r>
              <a:rPr lang="en-GB" sz="1800" b="1" dirty="0"/>
              <a:t>Food Pricing Dataset (data.humdata.org):</a:t>
            </a:r>
            <a:r>
              <a:rPr lang="en-GB" sz="1800" dirty="0"/>
              <a:t> 17,632 rows and 16 columns, providing food commodity prices across Kenya.</a:t>
            </a:r>
          </a:p>
        </p:txBody>
      </p:sp>
      <p:pic>
        <p:nvPicPr>
          <p:cNvPr id="4104" name="Picture 8" descr="The illustration depicts a dataset icon representing data storage analysis  and visual indicators of progress install dataset icon simple illustration  | Premium AI-generated vector">
            <a:extLst>
              <a:ext uri="{FF2B5EF4-FFF2-40B4-BE49-F238E27FC236}">
                <a16:creationId xmlns:a16="http://schemas.microsoft.com/office/drawing/2014/main" id="{8BE3DF1C-7270-C5BC-45A4-8DBD64C0B4E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03991" y="633619"/>
            <a:ext cx="3987609" cy="265176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Ethics or Compliance in a Crisis?">
            <a:extLst>
              <a:ext uri="{FF2B5EF4-FFF2-40B4-BE49-F238E27FC236}">
                <a16:creationId xmlns:a16="http://schemas.microsoft.com/office/drawing/2014/main" id="{324CCF55-63C5-D8D4-4B95-14CB6AA7487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09681" y="3472468"/>
            <a:ext cx="3972674" cy="2651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696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36" name="Rectangle 5135">
            <a:extLst>
              <a:ext uri="{FF2B5EF4-FFF2-40B4-BE49-F238E27FC236}">
                <a16:creationId xmlns:a16="http://schemas.microsoft.com/office/drawing/2014/main" id="{7D5D2E51-A652-4FCB-ADE3-8974F2723C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38" name="Freeform: Shape 5137">
            <a:extLst>
              <a:ext uri="{FF2B5EF4-FFF2-40B4-BE49-F238E27FC236}">
                <a16:creationId xmlns:a16="http://schemas.microsoft.com/office/drawing/2014/main" id="{08E18253-076D-4D89-968E-FCD8887E2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35" name="Freeform: Shape 5134">
            <a:extLst>
              <a:ext uri="{FF2B5EF4-FFF2-40B4-BE49-F238E27FC236}">
                <a16:creationId xmlns:a16="http://schemas.microsoft.com/office/drawing/2014/main" id="{F6EBCC24-DE3B-4BAD-9624-83E1C2D66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8F069F7-F335-CA7E-3DF3-BC58FBC45E00}"/>
              </a:ext>
            </a:extLst>
          </p:cNvPr>
          <p:cNvSpPr>
            <a:spLocks noGrp="1"/>
          </p:cNvSpPr>
          <p:nvPr>
            <p:ph type="title"/>
          </p:nvPr>
        </p:nvSpPr>
        <p:spPr>
          <a:xfrm>
            <a:off x="438912" y="859536"/>
            <a:ext cx="4837176" cy="1243584"/>
          </a:xfrm>
        </p:spPr>
        <p:txBody>
          <a:bodyPr>
            <a:normAutofit/>
          </a:bodyPr>
          <a:lstStyle/>
          <a:p>
            <a:r>
              <a:rPr lang="en-US" sz="3400"/>
              <a:t>Data Analysis</a:t>
            </a:r>
            <a:endParaRPr lang="en-GB" sz="3400"/>
          </a:p>
        </p:txBody>
      </p:sp>
      <p:sp>
        <p:nvSpPr>
          <p:cNvPr id="5137" name="Rectangle 5136">
            <a:extLst>
              <a:ext uri="{FF2B5EF4-FFF2-40B4-BE49-F238E27FC236}">
                <a16:creationId xmlns:a16="http://schemas.microsoft.com/office/drawing/2014/main" id="{8C07AF1D-AB44-447B-BC2F-DBECCC06C0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39" name="Rectangle 5138">
            <a:extLst>
              <a:ext uri="{FF2B5EF4-FFF2-40B4-BE49-F238E27FC236}">
                <a16:creationId xmlns:a16="http://schemas.microsoft.com/office/drawing/2014/main" id="{6FCD70E2-BD62-41E4-975D-E58B07928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18E0CA8-6F4E-0DF0-5D4D-7E65EAD276FF}"/>
              </a:ext>
            </a:extLst>
          </p:cNvPr>
          <p:cNvSpPr>
            <a:spLocks noGrp="1"/>
          </p:cNvSpPr>
          <p:nvPr>
            <p:ph idx="1"/>
          </p:nvPr>
        </p:nvSpPr>
        <p:spPr>
          <a:xfrm>
            <a:off x="438912" y="2331720"/>
            <a:ext cx="4837176" cy="3666744"/>
          </a:xfrm>
        </p:spPr>
        <p:txBody>
          <a:bodyPr>
            <a:normAutofit fontScale="70000" lnSpcReduction="20000"/>
          </a:bodyPr>
          <a:lstStyle/>
          <a:p>
            <a:r>
              <a:rPr lang="en-GB" dirty="0"/>
              <a:t>The distribution of IPC ratings is notably imbalanced, indicating that the majority of areas in Kenya are not food insecure. </a:t>
            </a:r>
          </a:p>
          <a:p>
            <a:r>
              <a:rPr lang="en-GB" dirty="0"/>
              <a:t>However, the maps reveal that the Northern region of Kenya is at the highest risk of food insecurity, recording the highest average IPC values, while Central and Western Kenya remain the most food secure. </a:t>
            </a:r>
          </a:p>
          <a:p>
            <a:r>
              <a:rPr lang="en-GB" dirty="0"/>
              <a:t>This is further compounded by the fact that the Northern region also records the highest maize prices in the country, which is likely a contributing factor to the elevated levels of food insecurity in that area.</a:t>
            </a:r>
            <a:endParaRPr lang="en-GB" sz="1800" dirty="0"/>
          </a:p>
        </p:txBody>
      </p:sp>
      <p:pic>
        <p:nvPicPr>
          <p:cNvPr id="5122" name="Picture 2">
            <a:extLst>
              <a:ext uri="{FF2B5EF4-FFF2-40B4-BE49-F238E27FC236}">
                <a16:creationId xmlns:a16="http://schemas.microsoft.com/office/drawing/2014/main" id="{EAB171D6-7803-2C40-4D27-DAAFEF1F76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02665" y="433543"/>
            <a:ext cx="3273132" cy="344540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3BF65EC2-CF49-75DB-09EE-6FA2D32ECA0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36518" y="603505"/>
            <a:ext cx="3160797" cy="327544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42452C9F-8E83-52E7-4A37-426E16959DA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516333" y="4023360"/>
            <a:ext cx="4538309" cy="2834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798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163" name="Rectangle 616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A65475-4247-3A77-0821-253CFA358FE5}"/>
              </a:ext>
            </a:extLst>
          </p:cNvPr>
          <p:cNvSpPr>
            <a:spLocks noGrp="1"/>
          </p:cNvSpPr>
          <p:nvPr>
            <p:ph type="title"/>
          </p:nvPr>
        </p:nvSpPr>
        <p:spPr>
          <a:xfrm>
            <a:off x="572493" y="238539"/>
            <a:ext cx="11018520" cy="1434415"/>
          </a:xfrm>
        </p:spPr>
        <p:txBody>
          <a:bodyPr anchor="b">
            <a:normAutofit/>
          </a:bodyPr>
          <a:lstStyle/>
          <a:p>
            <a:r>
              <a:rPr lang="en-US" sz="4000" dirty="0"/>
              <a:t>Data Preprocessing</a:t>
            </a:r>
            <a:endParaRPr lang="en-GB" sz="4000" dirty="0"/>
          </a:p>
        </p:txBody>
      </p:sp>
      <p:sp>
        <p:nvSpPr>
          <p:cNvPr id="616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254540B-DE78-A29A-ECC4-D1DE0702C8DC}"/>
              </a:ext>
            </a:extLst>
          </p:cNvPr>
          <p:cNvSpPr>
            <a:spLocks noGrp="1"/>
          </p:cNvSpPr>
          <p:nvPr>
            <p:ph idx="1"/>
          </p:nvPr>
        </p:nvSpPr>
        <p:spPr>
          <a:xfrm>
            <a:off x="572492" y="2071316"/>
            <a:ext cx="6890489" cy="4119172"/>
          </a:xfrm>
        </p:spPr>
        <p:txBody>
          <a:bodyPr anchor="t">
            <a:normAutofit/>
          </a:bodyPr>
          <a:lstStyle/>
          <a:p>
            <a:r>
              <a:rPr lang="en-US" sz="1800" b="1" dirty="0"/>
              <a:t>Step 1: IPC Data Cleaning</a:t>
            </a:r>
            <a:r>
              <a:rPr lang="en-US" sz="1800" dirty="0"/>
              <a:t> Duplicates removed via mode aggregation; quarterly data forward-filled to monthly frequency.</a:t>
            </a:r>
          </a:p>
          <a:p>
            <a:r>
              <a:rPr lang="en-US" sz="1800" b="1" dirty="0"/>
              <a:t>Step 2: Climate Data Integration</a:t>
            </a:r>
            <a:r>
              <a:rPr lang="en-US" sz="1800" dirty="0"/>
              <a:t> NDVI and rainfall merged, enriched with lag variables, 6-month averages, and drought indicators.</a:t>
            </a:r>
          </a:p>
          <a:p>
            <a:r>
              <a:rPr lang="en-US" sz="1800" b="1" dirty="0"/>
              <a:t>Step 3: Maize Price Imputation</a:t>
            </a:r>
            <a:r>
              <a:rPr lang="en-US" sz="1800" dirty="0"/>
              <a:t> Three-tier filling (county → regional → national) applied, achieving 100% coverage across all 47 counties.</a:t>
            </a:r>
          </a:p>
          <a:p>
            <a:r>
              <a:rPr lang="en-US" sz="1800" b="1" dirty="0"/>
              <a:t>Step 4: Final Integration</a:t>
            </a:r>
            <a:r>
              <a:rPr lang="en-US" sz="1800" dirty="0"/>
              <a:t> All datasets merged on County and Month, producing 3,726 complete observations across 14 features.</a:t>
            </a:r>
          </a:p>
        </p:txBody>
      </p:sp>
      <p:pic>
        <p:nvPicPr>
          <p:cNvPr id="6152" name="Picture 8" descr="Data Preprocessing in Machine Learning | by Priyanka Parashar | Level Up  Coding">
            <a:extLst>
              <a:ext uri="{FF2B5EF4-FFF2-40B4-BE49-F238E27FC236}">
                <a16:creationId xmlns:a16="http://schemas.microsoft.com/office/drawing/2014/main" id="{1953ED6A-560E-21E3-BF29-FAABA10886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114" r="28785" b="2"/>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878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182" name="Rectangle 7181">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80CFDC-DAA9-9B21-B1A3-F6C2D3187E8C}"/>
              </a:ext>
            </a:extLst>
          </p:cNvPr>
          <p:cNvSpPr>
            <a:spLocks noGrp="1"/>
          </p:cNvSpPr>
          <p:nvPr>
            <p:ph type="title"/>
          </p:nvPr>
        </p:nvSpPr>
        <p:spPr>
          <a:xfrm>
            <a:off x="838200" y="698643"/>
            <a:ext cx="5243394" cy="2225532"/>
          </a:xfrm>
        </p:spPr>
        <p:txBody>
          <a:bodyPr anchor="t">
            <a:normAutofit/>
          </a:bodyPr>
          <a:lstStyle/>
          <a:p>
            <a:r>
              <a:rPr lang="en-US" sz="4000" dirty="0"/>
              <a:t>Modelling</a:t>
            </a:r>
            <a:endParaRPr lang="en-GB" sz="4000" dirty="0"/>
          </a:p>
        </p:txBody>
      </p:sp>
      <p:cxnSp>
        <p:nvCxnSpPr>
          <p:cNvPr id="7184" name="Straight Connector 718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81934"/>
            <a:ext cx="0" cy="6476066"/>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7186" name="Group 7185">
            <a:extLst>
              <a:ext uri="{FF2B5EF4-FFF2-40B4-BE49-F238E27FC236}">
                <a16:creationId xmlns:a16="http://schemas.microsoft.com/office/drawing/2014/main" id="{34F88D19-C269-4F98-BE6B-CFB6207D36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10408" y="740316"/>
            <a:ext cx="465458" cy="872153"/>
            <a:chOff x="6110408" y="740316"/>
            <a:chExt cx="465458" cy="872153"/>
          </a:xfrm>
        </p:grpSpPr>
        <p:sp>
          <p:nvSpPr>
            <p:cNvPr id="718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5948" y="74031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718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84728" y="969611"/>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718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0408" y="14847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683D5F18-9B53-E23A-4D5B-CA1F88F5E64D}"/>
              </a:ext>
            </a:extLst>
          </p:cNvPr>
          <p:cNvSpPr>
            <a:spLocks noGrp="1"/>
          </p:cNvSpPr>
          <p:nvPr>
            <p:ph idx="1"/>
          </p:nvPr>
        </p:nvSpPr>
        <p:spPr>
          <a:xfrm>
            <a:off x="6484728" y="1322700"/>
            <a:ext cx="5243390" cy="5120755"/>
          </a:xfrm>
        </p:spPr>
        <p:txBody>
          <a:bodyPr anchor="ctr">
            <a:normAutofit/>
          </a:bodyPr>
          <a:lstStyle/>
          <a:p>
            <a:pPr marL="0" indent="0">
              <a:buNone/>
            </a:pPr>
            <a:r>
              <a:rPr lang="en-US" sz="1600" dirty="0"/>
              <a:t>Random Forest and </a:t>
            </a:r>
            <a:r>
              <a:rPr lang="en-US" sz="1600" dirty="0" err="1"/>
              <a:t>XGBoost</a:t>
            </a:r>
            <a:r>
              <a:rPr lang="en-US" sz="1600" dirty="0"/>
              <a:t> were selected for several key reasons:</a:t>
            </a:r>
          </a:p>
          <a:p>
            <a:r>
              <a:rPr lang="en-US" sz="1600" b="1" dirty="0"/>
              <a:t>Mixed Data Handling:</a:t>
            </a:r>
            <a:r>
              <a:rPr lang="en-US" sz="1600" dirty="0"/>
              <a:t> Both naturally handle mixed data types without extensive preprocessing.</a:t>
            </a:r>
          </a:p>
          <a:p>
            <a:r>
              <a:rPr lang="en-US" sz="1600" b="1" dirty="0"/>
              <a:t>Non-Linear Relationships:</a:t>
            </a:r>
            <a:r>
              <a:rPr lang="en-US" sz="1600" dirty="0"/>
              <a:t> They capture complex interactions, such as how vegetation health and food prices combine to drive crises.</a:t>
            </a:r>
          </a:p>
          <a:p>
            <a:r>
              <a:rPr lang="en-US" sz="1600" b="1" dirty="0"/>
              <a:t>Dataset Size:</a:t>
            </a:r>
            <a:r>
              <a:rPr lang="en-US" sz="1600" dirty="0"/>
              <a:t> 3,726 observations suits tree-based models but is too small for deep learning.</a:t>
            </a:r>
          </a:p>
          <a:p>
            <a:r>
              <a:rPr lang="en-US" sz="1600" b="1" dirty="0"/>
              <a:t>Interpretability:</a:t>
            </a:r>
            <a:r>
              <a:rPr lang="en-US" sz="1600" dirty="0"/>
              <a:t> Both provide feature importance scores, offering critical insight into what drives food insecurity.</a:t>
            </a:r>
          </a:p>
          <a:p>
            <a:r>
              <a:rPr lang="en-US" sz="1600" b="1" dirty="0"/>
              <a:t>Class Imbalance:</a:t>
            </a:r>
            <a:r>
              <a:rPr lang="en-US" sz="1600" dirty="0"/>
              <a:t> </a:t>
            </a:r>
            <a:r>
              <a:rPr lang="en-US" sz="1600" dirty="0" err="1"/>
              <a:t>XGBoost's</a:t>
            </a:r>
            <a:r>
              <a:rPr lang="en-US" sz="1600" dirty="0"/>
              <a:t> built-in sample weighting was essential given only 5% of observations represent crisis events.</a:t>
            </a:r>
          </a:p>
        </p:txBody>
      </p:sp>
      <p:pic>
        <p:nvPicPr>
          <p:cNvPr id="2051" name="Picture 3">
            <a:extLst>
              <a:ext uri="{FF2B5EF4-FFF2-40B4-BE49-F238E27FC236}">
                <a16:creationId xmlns:a16="http://schemas.microsoft.com/office/drawing/2014/main" id="{011700FB-3823-F90C-516D-78A871AF4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948" y="2075851"/>
            <a:ext cx="5479039" cy="4376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270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88E75-9D60-D28D-550D-5EE29F56EEE6}"/>
              </a:ext>
            </a:extLst>
          </p:cNvPr>
          <p:cNvSpPr>
            <a:spLocks noGrp="1"/>
          </p:cNvSpPr>
          <p:nvPr>
            <p:ph type="title"/>
          </p:nvPr>
        </p:nvSpPr>
        <p:spPr>
          <a:xfrm>
            <a:off x="630936" y="639520"/>
            <a:ext cx="3429000" cy="1719072"/>
          </a:xfrm>
        </p:spPr>
        <p:txBody>
          <a:bodyPr anchor="b">
            <a:normAutofit/>
          </a:bodyPr>
          <a:lstStyle/>
          <a:p>
            <a:r>
              <a:rPr lang="en-US" sz="3400"/>
              <a:t>Hyperparameters and Training</a:t>
            </a:r>
            <a:endParaRPr lang="en-GB" sz="3400"/>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26482B6C-1503-6A9D-E237-4C035F4866A5}"/>
              </a:ext>
            </a:extLst>
          </p:cNvPr>
          <p:cNvSpPr>
            <a:spLocks noGrp="1"/>
          </p:cNvSpPr>
          <p:nvPr>
            <p:ph idx="1"/>
          </p:nvPr>
        </p:nvSpPr>
        <p:spPr>
          <a:xfrm>
            <a:off x="630936" y="2807208"/>
            <a:ext cx="3429000" cy="3410712"/>
          </a:xfrm>
        </p:spPr>
        <p:txBody>
          <a:bodyPr anchor="t">
            <a:normAutofit fontScale="92500" lnSpcReduction="10000"/>
          </a:bodyPr>
          <a:lstStyle/>
          <a:p>
            <a:r>
              <a:rPr lang="en-US" sz="2200" dirty="0"/>
              <a:t>Due to the time series nature of the dataset, a date-based train/test split was applied, with all observations from 2024-01-01 onwards reserved as test data.</a:t>
            </a:r>
          </a:p>
          <a:p>
            <a:r>
              <a:rPr lang="en-US" sz="2200" dirty="0"/>
              <a:t> The figure beside illustrates the hyperparameter tuning process for </a:t>
            </a:r>
            <a:r>
              <a:rPr lang="en-US" sz="2200" dirty="0" err="1"/>
              <a:t>XGBoost</a:t>
            </a:r>
            <a:r>
              <a:rPr lang="en-US" sz="2200" dirty="0"/>
              <a:t>, the better performing model.</a:t>
            </a:r>
          </a:p>
        </p:txBody>
      </p:sp>
      <p:pic>
        <p:nvPicPr>
          <p:cNvPr id="5" name="Content Placeholder 4">
            <a:extLst>
              <a:ext uri="{FF2B5EF4-FFF2-40B4-BE49-F238E27FC236}">
                <a16:creationId xmlns:a16="http://schemas.microsoft.com/office/drawing/2014/main" id="{A35F3FD7-ABB8-41A2-7685-37617471DC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727920"/>
            <a:ext cx="6903720" cy="5402160"/>
          </a:xfrm>
          <a:prstGeom prst="rect">
            <a:avLst/>
          </a:prstGeom>
        </p:spPr>
      </p:pic>
    </p:spTree>
    <p:extLst>
      <p:ext uri="{BB962C8B-B14F-4D97-AF65-F5344CB8AC3E}">
        <p14:creationId xmlns:p14="http://schemas.microsoft.com/office/powerpoint/2010/main" val="302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3F15B7-2025-9673-8AB5-D7B415E91C4C}"/>
              </a:ext>
            </a:extLst>
          </p:cNvPr>
          <p:cNvSpPr>
            <a:spLocks noGrp="1"/>
          </p:cNvSpPr>
          <p:nvPr>
            <p:ph type="title"/>
          </p:nvPr>
        </p:nvSpPr>
        <p:spPr>
          <a:xfrm>
            <a:off x="630936" y="640080"/>
            <a:ext cx="4818888" cy="1481328"/>
          </a:xfrm>
        </p:spPr>
        <p:txBody>
          <a:bodyPr anchor="b">
            <a:normAutofit/>
          </a:bodyPr>
          <a:lstStyle/>
          <a:p>
            <a:r>
              <a:rPr lang="en-US" dirty="0"/>
              <a:t>Model Interpretation</a:t>
            </a:r>
            <a:endParaRPr lang="en-GB" dirty="0"/>
          </a:p>
        </p:txBody>
      </p:sp>
      <p:sp>
        <p:nvSpPr>
          <p:cNvPr id="820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76ED065-242C-9CD3-F946-05720A1E6C02}"/>
              </a:ext>
            </a:extLst>
          </p:cNvPr>
          <p:cNvSpPr>
            <a:spLocks noGrp="1"/>
          </p:cNvSpPr>
          <p:nvPr>
            <p:ph idx="1"/>
          </p:nvPr>
        </p:nvSpPr>
        <p:spPr>
          <a:xfrm>
            <a:off x="630936" y="2660904"/>
            <a:ext cx="4818888" cy="3547872"/>
          </a:xfrm>
        </p:spPr>
        <p:txBody>
          <a:bodyPr anchor="t">
            <a:normAutofit fontScale="70000" lnSpcReduction="20000"/>
          </a:bodyPr>
          <a:lstStyle/>
          <a:p>
            <a:r>
              <a:rPr lang="en-GB" dirty="0" err="1"/>
              <a:t>XGBoost</a:t>
            </a:r>
            <a:r>
              <a:rPr lang="en-GB" dirty="0"/>
              <a:t> was selected over Random Forest despite lower overall accuracy, due to its superior recall score a more critical metric in this context. At 89.7%, this outperforms comparable studies such as Christensen, Wagner and Langhals (2021), whose neural network achieved a recall of 0.81. As supported by the literature, a false negative carries a far greater cost than a false positive given the potential loss of lives, making </a:t>
            </a:r>
            <a:r>
              <a:rPr lang="en-GB" dirty="0" err="1"/>
              <a:t>XGBoost's</a:t>
            </a:r>
            <a:r>
              <a:rPr lang="en-GB" dirty="0"/>
              <a:t> ability to correctly identify crisis events the decisive factor.</a:t>
            </a:r>
          </a:p>
          <a:p>
            <a:endParaRPr lang="en-GB" dirty="0"/>
          </a:p>
        </p:txBody>
      </p:sp>
      <p:pic>
        <p:nvPicPr>
          <p:cNvPr id="8196" name="Picture 4">
            <a:extLst>
              <a:ext uri="{FF2B5EF4-FFF2-40B4-BE49-F238E27FC236}">
                <a16:creationId xmlns:a16="http://schemas.microsoft.com/office/drawing/2014/main" id="{88DAC37C-A5F3-A881-EEAF-EADCF347A55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06492" y="2807855"/>
            <a:ext cx="6268761" cy="3635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188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89F63F-A9B6-7E8F-4218-0502A23838F0}"/>
              </a:ext>
            </a:extLst>
          </p:cNvPr>
          <p:cNvSpPr>
            <a:spLocks noGrp="1"/>
          </p:cNvSpPr>
          <p:nvPr>
            <p:ph type="title"/>
          </p:nvPr>
        </p:nvSpPr>
        <p:spPr>
          <a:xfrm>
            <a:off x="630936" y="640080"/>
            <a:ext cx="4818888" cy="1481328"/>
          </a:xfrm>
        </p:spPr>
        <p:txBody>
          <a:bodyPr anchor="b">
            <a:normAutofit/>
          </a:bodyPr>
          <a:lstStyle/>
          <a:p>
            <a:r>
              <a:rPr lang="en-US" sz="5000"/>
              <a:t>Summary and Conclusion</a:t>
            </a:r>
            <a:endParaRPr lang="en-GB" sz="5000"/>
          </a:p>
        </p:txBody>
      </p:sp>
      <p:sp>
        <p:nvSpPr>
          <p:cNvPr id="9225"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62C8134-D844-33C0-BC54-743351D53409}"/>
              </a:ext>
            </a:extLst>
          </p:cNvPr>
          <p:cNvSpPr>
            <a:spLocks noGrp="1"/>
          </p:cNvSpPr>
          <p:nvPr>
            <p:ph idx="1"/>
          </p:nvPr>
        </p:nvSpPr>
        <p:spPr>
          <a:xfrm>
            <a:off x="630935" y="2660904"/>
            <a:ext cx="5400409" cy="3547872"/>
          </a:xfrm>
        </p:spPr>
        <p:txBody>
          <a:bodyPr anchor="t">
            <a:normAutofit/>
          </a:bodyPr>
          <a:lstStyle/>
          <a:p>
            <a:r>
              <a:rPr lang="en-GB" sz="1800" dirty="0"/>
              <a:t>In conclusion, this project successfully demonstrated that machine learning can be leveraged to forecast food insecurity in Kenya by integrating climate, vegetation, and food price data. As illustrated in the figure, the North-Eastern region of Kenya remains at the highest risk of food insecurity, highlighting where interventions are most urgently needed. Ultimately, this system shows that combining readily available data sources can provide actionable early warnings for humanitarian organisations, enabling more timely and targeted responses to food crises.</a:t>
            </a:r>
          </a:p>
          <a:p>
            <a:endParaRPr lang="en-GB" sz="1700" dirty="0"/>
          </a:p>
        </p:txBody>
      </p:sp>
      <p:pic>
        <p:nvPicPr>
          <p:cNvPr id="9218" name="Picture 2">
            <a:extLst>
              <a:ext uri="{FF2B5EF4-FFF2-40B4-BE49-F238E27FC236}">
                <a16:creationId xmlns:a16="http://schemas.microsoft.com/office/drawing/2014/main" id="{8112A88B-9953-D64C-5E75-2CAB4E967CE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53366" y="640080"/>
            <a:ext cx="4950332"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236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5699B-B758-75AB-AE88-3CEC289C1A2B}"/>
              </a:ext>
            </a:extLst>
          </p:cNvPr>
          <p:cNvSpPr>
            <a:spLocks noGrp="1"/>
          </p:cNvSpPr>
          <p:nvPr>
            <p:ph type="title"/>
          </p:nvPr>
        </p:nvSpPr>
        <p:spPr>
          <a:xfrm>
            <a:off x="838200" y="365125"/>
            <a:ext cx="10515600" cy="1325563"/>
          </a:xfrm>
        </p:spPr>
        <p:txBody>
          <a:bodyPr>
            <a:normAutofit/>
          </a:bodyPr>
          <a:lstStyle/>
          <a:p>
            <a:r>
              <a:rPr lang="en-US" sz="5400"/>
              <a:t>References</a:t>
            </a:r>
            <a:endParaRPr lang="en-GB"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F6A7EDF-3B30-9833-978F-735AC8A4DEC2}"/>
              </a:ext>
            </a:extLst>
          </p:cNvPr>
          <p:cNvSpPr>
            <a:spLocks noGrp="1"/>
          </p:cNvSpPr>
          <p:nvPr>
            <p:ph idx="1"/>
          </p:nvPr>
        </p:nvSpPr>
        <p:spPr>
          <a:xfrm>
            <a:off x="838200" y="1929384"/>
            <a:ext cx="10515600" cy="4251960"/>
          </a:xfrm>
        </p:spPr>
        <p:txBody>
          <a:bodyPr>
            <a:normAutofit/>
          </a:bodyPr>
          <a:lstStyle/>
          <a:p>
            <a:r>
              <a:rPr lang="en-US" sz="2200" dirty="0"/>
              <a:t>Christensen, C., Wagner, T. and Langhals, B. (2021). Year-Independent Prediction of Food Insecurity Using Classical and Neural Network Machine Learning Methods. AI, 2(2), pp.244–260. </a:t>
            </a:r>
            <a:r>
              <a:rPr lang="en-US" sz="2200" dirty="0" err="1"/>
              <a:t>doi:https</a:t>
            </a:r>
            <a:r>
              <a:rPr lang="en-US" sz="2200" dirty="0"/>
              <a:t>://doi.org/10.3390/ai2020015.</a:t>
            </a:r>
          </a:p>
          <a:p>
            <a:r>
              <a:rPr lang="en-US" sz="2200" dirty="0"/>
              <a:t>Feffer, M., Kapoor, P. and Dodt, S. (2021). Predicting food insecurity.</a:t>
            </a:r>
          </a:p>
          <a:p>
            <a:r>
              <a:rPr lang="en-GB" sz="2200" dirty="0"/>
              <a:t>Global Hunger Index (2024). </a:t>
            </a:r>
            <a:r>
              <a:rPr lang="en-GB" sz="2200" i="1" dirty="0"/>
              <a:t>Kenya</a:t>
            </a:r>
            <a:r>
              <a:rPr lang="en-GB" sz="2200" dirty="0"/>
              <a:t>. [online] Global Hunger Index - peer-reviewed annual publication designed to comprehensively measure and track hunger at the global, regional, and country levels. Available at: </a:t>
            </a:r>
            <a:r>
              <a:rPr lang="en-GB" sz="2200" dirty="0">
                <a:hlinkClick r:id="rId2"/>
              </a:rPr>
              <a:t>https://www.globalhungerindex.org/kenya.html</a:t>
            </a:r>
            <a:r>
              <a:rPr lang="en-GB" sz="2200" dirty="0"/>
              <a:t>.</a:t>
            </a:r>
          </a:p>
          <a:p>
            <a:r>
              <a:rPr lang="en-KE" sz="2200" dirty="0"/>
              <a:t> </a:t>
            </a:r>
            <a:r>
              <a:rPr lang="en-GB" sz="2200" dirty="0"/>
              <a:t>Manikas, I., Ali, B.M. and </a:t>
            </a:r>
            <a:r>
              <a:rPr lang="en-GB" sz="2200" dirty="0" err="1"/>
              <a:t>Sundarakani</a:t>
            </a:r>
            <a:r>
              <a:rPr lang="en-GB" sz="2200" dirty="0"/>
              <a:t>, B. (2023). A systematic literature review of indicators measuring food security. </a:t>
            </a:r>
            <a:r>
              <a:rPr lang="en-GB" sz="2200" i="1" dirty="0"/>
              <a:t>Agriculture &amp; Food Security</a:t>
            </a:r>
            <a:r>
              <a:rPr lang="en-GB" sz="2200" dirty="0"/>
              <a:t>, 12(1). </a:t>
            </a:r>
            <a:r>
              <a:rPr lang="en-GB" sz="2200" dirty="0" err="1"/>
              <a:t>doi:https</a:t>
            </a:r>
            <a:r>
              <a:rPr lang="en-GB" sz="2200" dirty="0"/>
              <a:t>://doi.org/10.1186/s40066-023-00415-7.</a:t>
            </a:r>
          </a:p>
          <a:p>
            <a:pPr marL="0" indent="0">
              <a:buNone/>
            </a:pPr>
            <a:endParaRPr lang="en-GB" sz="2200" dirty="0"/>
          </a:p>
          <a:p>
            <a:endParaRPr lang="en-GB" sz="2200" dirty="0"/>
          </a:p>
        </p:txBody>
      </p:sp>
    </p:spTree>
    <p:extLst>
      <p:ext uri="{BB962C8B-B14F-4D97-AF65-F5344CB8AC3E}">
        <p14:creationId xmlns:p14="http://schemas.microsoft.com/office/powerpoint/2010/main" val="772530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14B79-B302-9289-A442-AA333BBA9C4A}"/>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1B5F9A05-AC56-D3E7-74D6-5DD8E15F9D5F}"/>
              </a:ext>
            </a:extLst>
          </p:cNvPr>
          <p:cNvSpPr>
            <a:spLocks noGrp="1"/>
          </p:cNvSpPr>
          <p:nvPr>
            <p:ph idx="1"/>
          </p:nvPr>
        </p:nvSpPr>
        <p:spPr/>
        <p:txBody>
          <a:bodyPr>
            <a:normAutofit/>
          </a:bodyPr>
          <a:lstStyle/>
          <a:p>
            <a:pPr marL="0" indent="0" algn="ctr">
              <a:buNone/>
            </a:pPr>
            <a:r>
              <a:rPr lang="en-US" sz="4800" dirty="0">
                <a:solidFill>
                  <a:srgbClr val="FF0000"/>
                </a:solidFill>
              </a:rPr>
              <a:t>The End</a:t>
            </a:r>
          </a:p>
          <a:p>
            <a:pPr marL="0" indent="0" algn="ctr">
              <a:buNone/>
            </a:pPr>
            <a:r>
              <a:rPr lang="en-US" sz="4800" dirty="0">
                <a:solidFill>
                  <a:srgbClr val="FF0000"/>
                </a:solidFill>
              </a:rPr>
              <a:t>Any Questions?</a:t>
            </a:r>
            <a:endParaRPr lang="en-GB" sz="4800" dirty="0">
              <a:solidFill>
                <a:srgbClr val="FF0000"/>
              </a:solidFill>
            </a:endParaRPr>
          </a:p>
        </p:txBody>
      </p:sp>
    </p:spTree>
    <p:extLst>
      <p:ext uri="{BB962C8B-B14F-4D97-AF65-F5344CB8AC3E}">
        <p14:creationId xmlns:p14="http://schemas.microsoft.com/office/powerpoint/2010/main" val="431144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2117</TotalTime>
  <Words>992</Words>
  <Application>Microsoft Office PowerPoint</Application>
  <PresentationFormat>Widescreen</PresentationFormat>
  <Paragraphs>49</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Forecasting Food Insecurity in Kenya</vt:lpstr>
      <vt:lpstr>Introduction</vt:lpstr>
      <vt:lpstr>Motivation</vt:lpstr>
      <vt:lpstr>Dataset and Ethical Considerations</vt:lpstr>
      <vt:lpstr>Data Analysis</vt:lpstr>
      <vt:lpstr>Data Preprocessing</vt:lpstr>
      <vt:lpstr>Modelling</vt:lpstr>
      <vt:lpstr>Hyperparameters and Training</vt:lpstr>
      <vt:lpstr>Model Interpretation</vt:lpstr>
      <vt:lpstr>Summary and 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Itotia</dc:creator>
  <cp:lastModifiedBy>William Itotia</cp:lastModifiedBy>
  <cp:revision>1</cp:revision>
  <dcterms:created xsi:type="dcterms:W3CDTF">2026-03-15T16:19:36Z</dcterms:created>
  <dcterms:modified xsi:type="dcterms:W3CDTF">2026-03-22T17:44:03Z</dcterms:modified>
</cp:coreProperties>
</file>